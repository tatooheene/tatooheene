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Telegraf" pitchFamily="2" charset="77"/>
      <p:regular r:id="rId3"/>
    </p:embeddedFont>
    <p:embeddedFont>
      <p:font typeface="Telegraf Bold" pitchFamily="2" charset="77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2" autoAdjust="0"/>
    <p:restoredTop sz="94597" autoAdjust="0"/>
  </p:normalViewPr>
  <p:slideViewPr>
    <p:cSldViewPr>
      <p:cViewPr>
        <p:scale>
          <a:sx n="66" d="100"/>
          <a:sy n="66" d="100"/>
        </p:scale>
        <p:origin x="4528" y="-7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microsoft.com/office/2016/11/relationships/changesInfo" Target="changesInfos/changesInfo1.xml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ijn Peeters" userId="S::85304spe@eur.nl::f29c2ef3-fea7-48e3-9063-ae78fd51d3e3" providerId="AD" clId="Web-{333A0DEB-6D69-46C3-97AA-B3E2C295C2D9}"/>
    <pc:docChg chg="mod">
      <pc:chgData name="Stijn Peeters" userId="S::85304spe@eur.nl::f29c2ef3-fea7-48e3-9063-ae78fd51d3e3" providerId="AD" clId="Web-{333A0DEB-6D69-46C3-97AA-B3E2C295C2D9}" dt="2025-12-17T12:38:15.289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2864764" y="7884210"/>
            <a:ext cx="9009788" cy="12038360"/>
            <a:chOff x="0" y="0"/>
            <a:chExt cx="2870138" cy="38349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0138" cy="3834912"/>
            </a:xfrm>
            <a:custGeom>
              <a:avLst/>
              <a:gdLst/>
              <a:ahLst/>
              <a:cxnLst/>
              <a:rect l="l" t="t" r="r" b="b"/>
              <a:pathLst>
                <a:path w="2870138" h="3834912">
                  <a:moveTo>
                    <a:pt x="17186" y="0"/>
                  </a:moveTo>
                  <a:lnTo>
                    <a:pt x="2852952" y="0"/>
                  </a:lnTo>
                  <a:cubicBezTo>
                    <a:pt x="2857510" y="0"/>
                    <a:pt x="2861881" y="1811"/>
                    <a:pt x="2865104" y="5034"/>
                  </a:cubicBezTo>
                  <a:cubicBezTo>
                    <a:pt x="2868327" y="8256"/>
                    <a:pt x="2870138" y="12628"/>
                    <a:pt x="2870138" y="17186"/>
                  </a:cubicBezTo>
                  <a:lnTo>
                    <a:pt x="2870138" y="3817727"/>
                  </a:lnTo>
                  <a:cubicBezTo>
                    <a:pt x="2870138" y="3822285"/>
                    <a:pt x="2868327" y="3826656"/>
                    <a:pt x="2865104" y="3829879"/>
                  </a:cubicBezTo>
                  <a:cubicBezTo>
                    <a:pt x="2861881" y="3833102"/>
                    <a:pt x="2857510" y="3834912"/>
                    <a:pt x="2852952" y="3834912"/>
                  </a:cubicBezTo>
                  <a:lnTo>
                    <a:pt x="17186" y="3834912"/>
                  </a:lnTo>
                  <a:cubicBezTo>
                    <a:pt x="12628" y="3834912"/>
                    <a:pt x="8256" y="3833102"/>
                    <a:pt x="5034" y="3829879"/>
                  </a:cubicBezTo>
                  <a:cubicBezTo>
                    <a:pt x="1811" y="3826656"/>
                    <a:pt x="0" y="3822285"/>
                    <a:pt x="0" y="3817727"/>
                  </a:cubicBezTo>
                  <a:lnTo>
                    <a:pt x="0" y="17186"/>
                  </a:lnTo>
                  <a:cubicBezTo>
                    <a:pt x="0" y="12628"/>
                    <a:pt x="1811" y="8256"/>
                    <a:pt x="5034" y="5034"/>
                  </a:cubicBezTo>
                  <a:cubicBezTo>
                    <a:pt x="8256" y="1811"/>
                    <a:pt x="12628" y="0"/>
                    <a:pt x="17186" y="0"/>
                  </a:cubicBezTo>
                  <a:close/>
                </a:path>
              </a:pathLst>
            </a:custGeom>
            <a:solidFill>
              <a:srgbClr val="008250"/>
            </a:solidFill>
          </p:spPr>
          <p:txBody>
            <a:bodyPr/>
            <a:lstStyle/>
            <a:p>
              <a:endParaRPr lang="en-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870138" cy="3882537"/>
            </a:xfrm>
            <a:prstGeom prst="rect">
              <a:avLst/>
            </a:prstGeom>
          </p:spPr>
          <p:txBody>
            <a:bodyPr lIns="63000" tIns="63000" rIns="63000" bIns="63000" rtlCol="0" anchor="ctr"/>
            <a:lstStyle/>
            <a:p>
              <a:pPr algn="ctr">
                <a:lnSpc>
                  <a:spcPts val="27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0479" y="7532095"/>
            <a:ext cx="12096000" cy="2100654"/>
          </a:xfrm>
          <a:custGeom>
            <a:avLst/>
            <a:gdLst/>
            <a:ahLst/>
            <a:cxnLst/>
            <a:rect l="l" t="t" r="r" b="b"/>
            <a:pathLst>
              <a:path w="12096000" h="2100654">
                <a:moveTo>
                  <a:pt x="0" y="0"/>
                </a:moveTo>
                <a:lnTo>
                  <a:pt x="12096000" y="0"/>
                </a:lnTo>
                <a:lnTo>
                  <a:pt x="12096000" y="2100654"/>
                </a:lnTo>
                <a:lnTo>
                  <a:pt x="0" y="2100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76442"/>
            </a:stretch>
          </a:blipFill>
        </p:spPr>
        <p:txBody>
          <a:bodyPr/>
          <a:lstStyle/>
          <a:p>
            <a:endParaRPr lang="en-NL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76079" y="12294161"/>
            <a:ext cx="7448623" cy="5099824"/>
            <a:chOff x="0" y="0"/>
            <a:chExt cx="2372816" cy="16245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72816" cy="1624588"/>
            </a:xfrm>
            <a:custGeom>
              <a:avLst/>
              <a:gdLst/>
              <a:ahLst/>
              <a:cxnLst/>
              <a:rect l="l" t="t" r="r" b="b"/>
              <a:pathLst>
                <a:path w="2372816" h="1624588">
                  <a:moveTo>
                    <a:pt x="20788" y="0"/>
                  </a:moveTo>
                  <a:lnTo>
                    <a:pt x="2352029" y="0"/>
                  </a:lnTo>
                  <a:cubicBezTo>
                    <a:pt x="2363510" y="0"/>
                    <a:pt x="2372816" y="9307"/>
                    <a:pt x="2372816" y="20788"/>
                  </a:cubicBezTo>
                  <a:lnTo>
                    <a:pt x="2372816" y="1603801"/>
                  </a:lnTo>
                  <a:cubicBezTo>
                    <a:pt x="2372816" y="1615281"/>
                    <a:pt x="2363510" y="1624588"/>
                    <a:pt x="2352029" y="1624588"/>
                  </a:cubicBezTo>
                  <a:lnTo>
                    <a:pt x="20788" y="1624588"/>
                  </a:lnTo>
                  <a:cubicBezTo>
                    <a:pt x="9307" y="1624588"/>
                    <a:pt x="0" y="1615281"/>
                    <a:pt x="0" y="1603801"/>
                  </a:cubicBezTo>
                  <a:lnTo>
                    <a:pt x="0" y="20788"/>
                  </a:lnTo>
                  <a:cubicBezTo>
                    <a:pt x="0" y="9307"/>
                    <a:pt x="9307" y="0"/>
                    <a:pt x="20788" y="0"/>
                  </a:cubicBezTo>
                  <a:close/>
                </a:path>
              </a:pathLst>
            </a:custGeom>
            <a:solidFill>
              <a:srgbClr val="224184"/>
            </a:solidFill>
          </p:spPr>
          <p:txBody>
            <a:bodyPr/>
            <a:lstStyle/>
            <a:p>
              <a:endParaRPr lang="en-N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72816" cy="1672213"/>
            </a:xfrm>
            <a:prstGeom prst="rect">
              <a:avLst/>
            </a:prstGeom>
          </p:spPr>
          <p:txBody>
            <a:bodyPr lIns="63000" tIns="63000" rIns="63000" bIns="63000" rtlCol="0" anchor="ctr"/>
            <a:lstStyle/>
            <a:p>
              <a:pPr algn="ctr">
                <a:lnSpc>
                  <a:spcPts val="277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0479" y="18199825"/>
            <a:ext cx="12038360" cy="416919"/>
            <a:chOff x="0" y="0"/>
            <a:chExt cx="3834912" cy="1328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34912" cy="132813"/>
            </a:xfrm>
            <a:custGeom>
              <a:avLst/>
              <a:gdLst/>
              <a:ahLst/>
              <a:cxnLst/>
              <a:rect l="l" t="t" r="r" b="b"/>
              <a:pathLst>
                <a:path w="3834912" h="132813">
                  <a:moveTo>
                    <a:pt x="12862" y="0"/>
                  </a:moveTo>
                  <a:lnTo>
                    <a:pt x="3822050" y="0"/>
                  </a:lnTo>
                  <a:cubicBezTo>
                    <a:pt x="3825461" y="0"/>
                    <a:pt x="3828733" y="1355"/>
                    <a:pt x="3831145" y="3767"/>
                  </a:cubicBezTo>
                  <a:cubicBezTo>
                    <a:pt x="3833557" y="6179"/>
                    <a:pt x="3834912" y="9451"/>
                    <a:pt x="3834912" y="12862"/>
                  </a:cubicBezTo>
                  <a:lnTo>
                    <a:pt x="3834912" y="119951"/>
                  </a:lnTo>
                  <a:cubicBezTo>
                    <a:pt x="3834912" y="127054"/>
                    <a:pt x="3829154" y="132813"/>
                    <a:pt x="3822050" y="132813"/>
                  </a:cubicBezTo>
                  <a:lnTo>
                    <a:pt x="12862" y="132813"/>
                  </a:lnTo>
                  <a:cubicBezTo>
                    <a:pt x="5759" y="132813"/>
                    <a:pt x="0" y="127054"/>
                    <a:pt x="0" y="119951"/>
                  </a:cubicBezTo>
                  <a:lnTo>
                    <a:pt x="0" y="12862"/>
                  </a:lnTo>
                  <a:cubicBezTo>
                    <a:pt x="0" y="5759"/>
                    <a:pt x="5759" y="0"/>
                    <a:pt x="12862" y="0"/>
                  </a:cubicBezTo>
                  <a:close/>
                </a:path>
              </a:pathLst>
            </a:custGeom>
            <a:solidFill>
              <a:srgbClr val="8537B6"/>
            </a:solidFill>
          </p:spPr>
          <p:txBody>
            <a:bodyPr/>
            <a:lstStyle/>
            <a:p>
              <a:endParaRPr lang="en-N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834912" cy="180438"/>
            </a:xfrm>
            <a:prstGeom prst="rect">
              <a:avLst/>
            </a:prstGeom>
          </p:spPr>
          <p:txBody>
            <a:bodyPr lIns="63000" tIns="63000" rIns="63000" bIns="63000" rtlCol="0" anchor="ctr"/>
            <a:lstStyle/>
            <a:p>
              <a:pPr algn="ctr">
                <a:lnSpc>
                  <a:spcPts val="2777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24348" y="12040286"/>
            <a:ext cx="4552085" cy="920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Shiny Tool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98288" y="9832774"/>
            <a:ext cx="4800381" cy="920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Web Platform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35226" y="13718218"/>
            <a:ext cx="4203980" cy="217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45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 Shiny to download the latest reference prices </a:t>
            </a:r>
          </a:p>
        </p:txBody>
      </p:sp>
      <p:grpSp>
        <p:nvGrpSpPr>
          <p:cNvPr id="16" name="Group 16"/>
          <p:cNvGrpSpPr/>
          <p:nvPr/>
        </p:nvGrpSpPr>
        <p:grpSpPr>
          <a:xfrm rot="5400000">
            <a:off x="7093551" y="12321456"/>
            <a:ext cx="7496983" cy="5093592"/>
            <a:chOff x="0" y="0"/>
            <a:chExt cx="2388222" cy="16226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88222" cy="1622603"/>
            </a:xfrm>
            <a:custGeom>
              <a:avLst/>
              <a:gdLst/>
              <a:ahLst/>
              <a:cxnLst/>
              <a:rect l="l" t="t" r="r" b="b"/>
              <a:pathLst>
                <a:path w="2388222" h="1622603">
                  <a:moveTo>
                    <a:pt x="20653" y="0"/>
                  </a:moveTo>
                  <a:lnTo>
                    <a:pt x="2367568" y="0"/>
                  </a:lnTo>
                  <a:cubicBezTo>
                    <a:pt x="2378975" y="0"/>
                    <a:pt x="2388222" y="9247"/>
                    <a:pt x="2388222" y="20653"/>
                  </a:cubicBezTo>
                  <a:lnTo>
                    <a:pt x="2388222" y="1601950"/>
                  </a:lnTo>
                  <a:cubicBezTo>
                    <a:pt x="2388222" y="1607427"/>
                    <a:pt x="2386046" y="1612681"/>
                    <a:pt x="2382173" y="1616554"/>
                  </a:cubicBezTo>
                  <a:cubicBezTo>
                    <a:pt x="2378299" y="1620427"/>
                    <a:pt x="2373046" y="1622603"/>
                    <a:pt x="2367568" y="1622603"/>
                  </a:cubicBezTo>
                  <a:lnTo>
                    <a:pt x="20653" y="1622603"/>
                  </a:lnTo>
                  <a:cubicBezTo>
                    <a:pt x="15176" y="1622603"/>
                    <a:pt x="9923" y="1620427"/>
                    <a:pt x="6049" y="1616554"/>
                  </a:cubicBezTo>
                  <a:cubicBezTo>
                    <a:pt x="2176" y="1612681"/>
                    <a:pt x="0" y="1607427"/>
                    <a:pt x="0" y="1601950"/>
                  </a:cubicBezTo>
                  <a:lnTo>
                    <a:pt x="0" y="20653"/>
                  </a:lnTo>
                  <a:cubicBezTo>
                    <a:pt x="0" y="15176"/>
                    <a:pt x="2176" y="9923"/>
                    <a:pt x="6049" y="6049"/>
                  </a:cubicBezTo>
                  <a:cubicBezTo>
                    <a:pt x="9923" y="2176"/>
                    <a:pt x="15176" y="0"/>
                    <a:pt x="20653" y="0"/>
                  </a:cubicBezTo>
                  <a:close/>
                </a:path>
              </a:pathLst>
            </a:custGeom>
            <a:solidFill>
              <a:srgbClr val="801A99"/>
            </a:solidFill>
          </p:spPr>
          <p:txBody>
            <a:bodyPr/>
            <a:lstStyle/>
            <a:p>
              <a:endParaRPr lang="en-N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388222" cy="1670228"/>
            </a:xfrm>
            <a:prstGeom prst="rect">
              <a:avLst/>
            </a:prstGeom>
          </p:spPr>
          <p:txBody>
            <a:bodyPr lIns="63000" tIns="63000" rIns="63000" bIns="63000" rtlCol="0" anchor="ctr"/>
            <a:lstStyle/>
            <a:p>
              <a:pPr algn="ctr">
                <a:lnSpc>
                  <a:spcPts val="2777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324854" y="13718218"/>
            <a:ext cx="5121624" cy="1125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5"/>
              </a:lnSpc>
            </a:pPr>
            <a:r>
              <a:rPr lang="en-US" sz="450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‘tatooheene’ package on CRAN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72203" y="12040286"/>
            <a:ext cx="5797318" cy="920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 package</a:t>
            </a:r>
          </a:p>
        </p:txBody>
      </p:sp>
      <p:grpSp>
        <p:nvGrpSpPr>
          <p:cNvPr id="21" name="Group 21"/>
          <p:cNvGrpSpPr/>
          <p:nvPr/>
        </p:nvGrpSpPr>
        <p:grpSpPr>
          <a:xfrm rot="5400000">
            <a:off x="2933905" y="10764203"/>
            <a:ext cx="2006621" cy="711117"/>
            <a:chOff x="0" y="0"/>
            <a:chExt cx="639225" cy="22653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39225" cy="226532"/>
            </a:xfrm>
            <a:custGeom>
              <a:avLst/>
              <a:gdLst/>
              <a:ahLst/>
              <a:cxnLst/>
              <a:rect l="l" t="t" r="r" b="b"/>
              <a:pathLst>
                <a:path w="639225" h="226532">
                  <a:moveTo>
                    <a:pt x="77164" y="0"/>
                  </a:moveTo>
                  <a:lnTo>
                    <a:pt x="562061" y="0"/>
                  </a:lnTo>
                  <a:cubicBezTo>
                    <a:pt x="582526" y="0"/>
                    <a:pt x="602153" y="8130"/>
                    <a:pt x="616624" y="22601"/>
                  </a:cubicBezTo>
                  <a:cubicBezTo>
                    <a:pt x="631095" y="37072"/>
                    <a:pt x="639225" y="56699"/>
                    <a:pt x="639225" y="77164"/>
                  </a:cubicBezTo>
                  <a:lnTo>
                    <a:pt x="639225" y="149368"/>
                  </a:lnTo>
                  <a:cubicBezTo>
                    <a:pt x="639225" y="169833"/>
                    <a:pt x="631095" y="189460"/>
                    <a:pt x="616624" y="203931"/>
                  </a:cubicBezTo>
                  <a:cubicBezTo>
                    <a:pt x="602153" y="218402"/>
                    <a:pt x="582526" y="226532"/>
                    <a:pt x="562061" y="226532"/>
                  </a:cubicBezTo>
                  <a:lnTo>
                    <a:pt x="77164" y="226532"/>
                  </a:lnTo>
                  <a:cubicBezTo>
                    <a:pt x="56699" y="226532"/>
                    <a:pt x="37072" y="218402"/>
                    <a:pt x="22601" y="203931"/>
                  </a:cubicBezTo>
                  <a:cubicBezTo>
                    <a:pt x="8130" y="189460"/>
                    <a:pt x="0" y="169833"/>
                    <a:pt x="0" y="149368"/>
                  </a:cubicBezTo>
                  <a:lnTo>
                    <a:pt x="0" y="77164"/>
                  </a:lnTo>
                  <a:cubicBezTo>
                    <a:pt x="0" y="56699"/>
                    <a:pt x="8130" y="37072"/>
                    <a:pt x="22601" y="22601"/>
                  </a:cubicBezTo>
                  <a:cubicBezTo>
                    <a:pt x="37072" y="8130"/>
                    <a:pt x="56699" y="0"/>
                    <a:pt x="7716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N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39225" cy="274157"/>
            </a:xfrm>
            <a:prstGeom prst="rect">
              <a:avLst/>
            </a:prstGeom>
          </p:spPr>
          <p:txBody>
            <a:bodyPr lIns="63000" tIns="63000" rIns="63000" bIns="63000" rtlCol="0" anchor="ctr"/>
            <a:lstStyle/>
            <a:p>
              <a:pPr algn="ctr">
                <a:lnSpc>
                  <a:spcPts val="2777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9931976" y="10866742"/>
            <a:ext cx="2006621" cy="711117"/>
            <a:chOff x="0" y="0"/>
            <a:chExt cx="639225" cy="2265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39225" cy="226532"/>
            </a:xfrm>
            <a:custGeom>
              <a:avLst/>
              <a:gdLst/>
              <a:ahLst/>
              <a:cxnLst/>
              <a:rect l="l" t="t" r="r" b="b"/>
              <a:pathLst>
                <a:path w="639225" h="226532">
                  <a:moveTo>
                    <a:pt x="77164" y="0"/>
                  </a:moveTo>
                  <a:lnTo>
                    <a:pt x="562061" y="0"/>
                  </a:lnTo>
                  <a:cubicBezTo>
                    <a:pt x="582526" y="0"/>
                    <a:pt x="602153" y="8130"/>
                    <a:pt x="616624" y="22601"/>
                  </a:cubicBezTo>
                  <a:cubicBezTo>
                    <a:pt x="631095" y="37072"/>
                    <a:pt x="639225" y="56699"/>
                    <a:pt x="639225" y="77164"/>
                  </a:cubicBezTo>
                  <a:lnTo>
                    <a:pt x="639225" y="149368"/>
                  </a:lnTo>
                  <a:cubicBezTo>
                    <a:pt x="639225" y="169833"/>
                    <a:pt x="631095" y="189460"/>
                    <a:pt x="616624" y="203931"/>
                  </a:cubicBezTo>
                  <a:cubicBezTo>
                    <a:pt x="602153" y="218402"/>
                    <a:pt x="582526" y="226532"/>
                    <a:pt x="562061" y="226532"/>
                  </a:cubicBezTo>
                  <a:lnTo>
                    <a:pt x="77164" y="226532"/>
                  </a:lnTo>
                  <a:cubicBezTo>
                    <a:pt x="56699" y="226532"/>
                    <a:pt x="37072" y="218402"/>
                    <a:pt x="22601" y="203931"/>
                  </a:cubicBezTo>
                  <a:cubicBezTo>
                    <a:pt x="8130" y="189460"/>
                    <a:pt x="0" y="169833"/>
                    <a:pt x="0" y="149368"/>
                  </a:cubicBezTo>
                  <a:lnTo>
                    <a:pt x="0" y="77164"/>
                  </a:lnTo>
                  <a:cubicBezTo>
                    <a:pt x="0" y="56699"/>
                    <a:pt x="8130" y="37072"/>
                    <a:pt x="22601" y="22601"/>
                  </a:cubicBezTo>
                  <a:cubicBezTo>
                    <a:pt x="37072" y="8130"/>
                    <a:pt x="56699" y="0"/>
                    <a:pt x="77164" y="0"/>
                  </a:cubicBezTo>
                  <a:close/>
                </a:path>
              </a:pathLst>
            </a:custGeom>
            <a:solidFill>
              <a:srgbClr val="B4B4B4"/>
            </a:solidFill>
          </p:spPr>
          <p:txBody>
            <a:bodyPr/>
            <a:lstStyle/>
            <a:p>
              <a:endParaRPr lang="en-N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639225" cy="274157"/>
            </a:xfrm>
            <a:prstGeom prst="rect">
              <a:avLst/>
            </a:prstGeom>
          </p:spPr>
          <p:txBody>
            <a:bodyPr lIns="63000" tIns="63000" rIns="63000" bIns="63000" rtlCol="0" anchor="ctr"/>
            <a:lstStyle/>
            <a:p>
              <a:pPr algn="ctr">
                <a:lnSpc>
                  <a:spcPts val="2777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50479" y="18050324"/>
            <a:ext cx="12038360" cy="725502"/>
            <a:chOff x="0" y="-47625"/>
            <a:chExt cx="3834912" cy="23111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34912" cy="183490"/>
            </a:xfrm>
            <a:custGeom>
              <a:avLst/>
              <a:gdLst/>
              <a:ahLst/>
              <a:cxnLst/>
              <a:rect l="l" t="t" r="r" b="b"/>
              <a:pathLst>
                <a:path w="3834912" h="181611">
                  <a:moveTo>
                    <a:pt x="12862" y="0"/>
                  </a:moveTo>
                  <a:lnTo>
                    <a:pt x="3822050" y="0"/>
                  </a:lnTo>
                  <a:cubicBezTo>
                    <a:pt x="3825461" y="0"/>
                    <a:pt x="3828733" y="1355"/>
                    <a:pt x="3831145" y="3767"/>
                  </a:cubicBezTo>
                  <a:cubicBezTo>
                    <a:pt x="3833557" y="6179"/>
                    <a:pt x="3834912" y="9451"/>
                    <a:pt x="3834912" y="12862"/>
                  </a:cubicBezTo>
                  <a:lnTo>
                    <a:pt x="3834912" y="168748"/>
                  </a:lnTo>
                  <a:cubicBezTo>
                    <a:pt x="3834912" y="175852"/>
                    <a:pt x="3829154" y="181611"/>
                    <a:pt x="3822050" y="181611"/>
                  </a:cubicBezTo>
                  <a:lnTo>
                    <a:pt x="12862" y="181611"/>
                  </a:lnTo>
                  <a:cubicBezTo>
                    <a:pt x="9451" y="181611"/>
                    <a:pt x="6179" y="180255"/>
                    <a:pt x="3767" y="177843"/>
                  </a:cubicBezTo>
                  <a:cubicBezTo>
                    <a:pt x="1355" y="175431"/>
                    <a:pt x="0" y="172160"/>
                    <a:pt x="0" y="168748"/>
                  </a:cubicBezTo>
                  <a:lnTo>
                    <a:pt x="0" y="12862"/>
                  </a:lnTo>
                  <a:cubicBezTo>
                    <a:pt x="0" y="5759"/>
                    <a:pt x="5759" y="0"/>
                    <a:pt x="12862" y="0"/>
                  </a:cubicBezTo>
                  <a:close/>
                </a:path>
              </a:pathLst>
            </a:custGeom>
            <a:solidFill>
              <a:srgbClr val="801A99"/>
            </a:solidFill>
          </p:spPr>
          <p:txBody>
            <a:bodyPr/>
            <a:lstStyle/>
            <a:p>
              <a:endParaRPr lang="en-NL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3834912" cy="229236"/>
            </a:xfrm>
            <a:prstGeom prst="rect">
              <a:avLst/>
            </a:prstGeom>
          </p:spPr>
          <p:txBody>
            <a:bodyPr lIns="63000" tIns="63000" rIns="63000" bIns="63000" rtlCol="0" anchor="ctr"/>
            <a:lstStyle/>
            <a:p>
              <a:pPr algn="ctr">
                <a:lnSpc>
                  <a:spcPts val="277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50478" y="18753124"/>
            <a:ext cx="12121180" cy="597048"/>
          </a:xfrm>
          <a:custGeom>
            <a:avLst/>
            <a:gdLst/>
            <a:ahLst/>
            <a:cxnLst/>
            <a:rect l="l" t="t" r="r" b="b"/>
            <a:pathLst>
              <a:path w="12096000" h="512667">
                <a:moveTo>
                  <a:pt x="0" y="0"/>
                </a:moveTo>
                <a:lnTo>
                  <a:pt x="12096000" y="0"/>
                </a:lnTo>
                <a:lnTo>
                  <a:pt x="12096000" y="512666"/>
                </a:lnTo>
                <a:lnTo>
                  <a:pt x="0" y="5126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247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N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Telegraf Bold</vt:lpstr>
      <vt:lpstr>Calibri</vt:lpstr>
      <vt:lpstr>Telegraf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Figurative Language Poster in a Colorful Playful Style</dc:title>
  <cp:lastModifiedBy>Eline Krijkamp</cp:lastModifiedBy>
  <cp:revision>3</cp:revision>
  <dcterms:created xsi:type="dcterms:W3CDTF">2006-08-16T00:00:00Z</dcterms:created>
  <dcterms:modified xsi:type="dcterms:W3CDTF">2025-12-22T10:11:01Z</dcterms:modified>
  <dc:identifier>DAG2nUw1Wo8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772ba27-cab8-4042-a351-a31f6e4eacdc_Enabled">
    <vt:lpwstr>true</vt:lpwstr>
  </property>
  <property fmtid="{D5CDD505-2E9C-101B-9397-08002B2CF9AE}" pid="3" name="MSIP_Label_8772ba27-cab8-4042-a351-a31f6e4eacdc_SetDate">
    <vt:lpwstr>2025-12-17T12:38:15Z</vt:lpwstr>
  </property>
  <property fmtid="{D5CDD505-2E9C-101B-9397-08002B2CF9AE}" pid="4" name="MSIP_Label_8772ba27-cab8-4042-a351-a31f6e4eacdc_Method">
    <vt:lpwstr>Standard</vt:lpwstr>
  </property>
  <property fmtid="{D5CDD505-2E9C-101B-9397-08002B2CF9AE}" pid="5" name="MSIP_Label_8772ba27-cab8-4042-a351-a31f6e4eacdc_Name">
    <vt:lpwstr>Internal</vt:lpwstr>
  </property>
  <property fmtid="{D5CDD505-2E9C-101B-9397-08002B2CF9AE}" pid="6" name="MSIP_Label_8772ba27-cab8-4042-a351-a31f6e4eacdc_SiteId">
    <vt:lpwstr>715902d6-f63e-4b8d-929b-4bb170bad492</vt:lpwstr>
  </property>
  <property fmtid="{D5CDD505-2E9C-101B-9397-08002B2CF9AE}" pid="7" name="MSIP_Label_8772ba27-cab8-4042-a351-a31f6e4eacdc_ActionId">
    <vt:lpwstr>6c4baa2d-2712-483b-9437-2d1d58f57e9e</vt:lpwstr>
  </property>
  <property fmtid="{D5CDD505-2E9C-101B-9397-08002B2CF9AE}" pid="8" name="MSIP_Label_8772ba27-cab8-4042-a351-a31f6e4eacdc_ContentBits">
    <vt:lpwstr>0</vt:lpwstr>
  </property>
  <property fmtid="{D5CDD505-2E9C-101B-9397-08002B2CF9AE}" pid="9" name="MSIP_Label_8772ba27-cab8-4042-a351-a31f6e4eacdc_Tag">
    <vt:lpwstr>10, 3, 0, 2</vt:lpwstr>
  </property>
</Properties>
</file>